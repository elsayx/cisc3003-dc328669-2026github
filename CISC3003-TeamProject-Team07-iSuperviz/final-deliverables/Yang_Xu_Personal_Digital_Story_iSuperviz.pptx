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Personal Digital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500" b="0">
                <a:solidFill>
                  <a:srgbClr val="5F5F69"/>
                </a:solidFill>
                <a:latin typeface="Arial"/>
              </a:rPr>
              <a:t>Yang Xu - Team 07 iSuperviz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Project: iSuperviz - Your AI Research Supervisor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Role: Team lead, integration, frontend and backend work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Goal: show my contribution with website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55" y="1143000"/>
            <a:ext cx="2212809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Contribution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My Main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Coordinated final project integration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Worked on frontend and backend implementation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Updated deployed GitHub Pages version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Prepared report, coding archive, and submission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725" y="1143000"/>
            <a:ext cx="4003868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From brief to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Requirement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Full-stack web application with RWD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Signup, login, password reset, dashboard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Search, history, cart, and special services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Public deployed URL for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104bae05-0615-474d-b5f1-848c6d97ad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7578"/>
            <a:ext cx="5623560" cy="39656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Frontend, backend, and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Full-Stack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Frontend: React, TypeScript, Ant Design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Backend: Node.js, Express, SQLite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Mock API for GitHub Pages deployment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Same service logic for online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57200"/>
            <a:ext cx="4663440" cy="960120"/>
          </a:xfrm>
          <a:prstGeom prst="roundRect">
            <a:avLst/>
          </a:prstGeom>
          <a:solidFill>
            <a:srgbClr val="FAFAFF"/>
          </a:solidFill>
          <a:ln>
            <a:solidFill>
              <a:srgbClr val="722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722ED1"/>
                </a:solidFill>
                <a:latin typeface="Arial"/>
              </a:rPr>
              <a:t>React + TypeScript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48840"/>
            <a:ext cx="4663440" cy="960120"/>
          </a:xfrm>
          <a:prstGeom prst="roundRect">
            <a:avLst/>
          </a:prstGeom>
          <a:solidFill>
            <a:srgbClr val="FAFAFF"/>
          </a:solidFill>
          <a:ln>
            <a:solidFill>
              <a:srgbClr val="EB2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B2F96"/>
                </a:solidFill>
                <a:latin typeface="Arial"/>
              </a:rPr>
              <a:t>Axios API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4663440" cy="960120"/>
          </a:xfrm>
          <a:prstGeom prst="roundRect">
            <a:avLst/>
          </a:prstGeom>
          <a:solidFill>
            <a:srgbClr val="FAFAFF"/>
          </a:solidFill>
          <a:ln>
            <a:solidFill>
              <a:srgbClr val="13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C2C2"/>
                </a:solidFill>
                <a:latin typeface="Arial"/>
              </a:rPr>
              <a:t>Express Backend +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023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5F5F69"/>
                </a:solidFill>
                <a:latin typeface="Arial"/>
              </a:rPr>
              <a:t>Mock API mirrors backend services for GitHub Pages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46120"/>
            <a:ext cx="4023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5F5F69"/>
                </a:solidFill>
                <a:latin typeface="Arial"/>
              </a:rPr>
              <a:t>Shared endpoints: auth, paper, cart, orders, history,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RWD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Responsive Web Design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Checked the website on different screen sizes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Used responsive layouts and flexible UI components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Added RWD evidence into the final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1ecadb5b-ddef-45d2-987b-49133c97a9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0925"/>
            <a:ext cx="5623560" cy="33389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Dashboard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Dashboard and User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Improved Orders and History display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Connected search history and order records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Made dashboard evidence clear in the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bef1b2-4c7a-4893-bb9c-b8e6a71ef0e9-cde25ed0-d0e7-444c-949b-7dba9f1d94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64365"/>
            <a:ext cx="5623560" cy="25921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Paper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Paper Workflow and Credit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Paper search and browsing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Explore paper costs 10 credits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Download PDF costs 10 credits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Header credit balance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pape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415605"/>
            <a:ext cx="5623560" cy="3889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E-commerce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Shop, Cart, and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Research store with credit packs and plans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Cart add, update, remove, and checkout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Orders saved after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627" y="1143000"/>
            <a:ext cx="3240065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Public testing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Deployment and GitHub Pages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Built production bundle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Updated GitHub Pages deployment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Verified new online version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Public URL prepared for forum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55" y="1143000"/>
            <a:ext cx="2212809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Testing and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Ran project test suite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3 test suites passed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18 tests passed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Checked routes, links, and key workflows manually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3e21875e-5216-4b71-b342-73b06ed974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06252"/>
            <a:ext cx="5623560" cy="3108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Report and Submission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Generated final project report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Added screenshots and RWD evidence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Prepared coding archive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Checked requirement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2057400"/>
            <a:ext cx="5166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722ED1"/>
                </a:solidFill>
                <a:latin typeface="Arial"/>
              </a:rPr>
              <a:t>Final Report Prepared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43200"/>
            <a:ext cx="498348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Arial"/>
              </a:rPr>
              <a:t>Report includes requirement mapping, RWD evidence, screenshots, references, AI usage declaration, and final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023360"/>
            <a:ext cx="49834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5F5F69"/>
                </a:solidFill>
                <a:latin typeface="Arial"/>
              </a:rPr>
              <a:t>iSuperviz_Team07_Project_Report_Final.pdf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320040"/>
          </a:xfrm>
          <a:prstGeom prst="roundRect">
            <a:avLst/>
          </a:prstGeom>
          <a:solidFill>
            <a:srgbClr val="F8F4FF"/>
          </a:solidFill>
          <a:ln>
            <a:solidFill>
              <a:srgbClr val="D3A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22ED1"/>
                </a:solidFill>
                <a:latin typeface="Arial"/>
              </a:rPr>
              <a:t>Personal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212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3000" b="1">
                <a:solidFill>
                  <a:srgbClr val="722ED1"/>
                </a:solidFill>
                <a:latin typeface="Arial"/>
              </a:rPr>
              <a:t>Reflection and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Learned full-stack integration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Practiced deployment and debugging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Improved documentation and requirement mapping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  <a:latin typeface="Arial"/>
              </a:defRPr>
            </a:pPr>
            <a:r>
              <a:t>Understood teamwork and final delivery pressure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4728" y="1069848"/>
            <a:ext cx="5769864" cy="4581144"/>
          </a:xfrm>
          <a:prstGeom prst="roundRect">
            <a:avLst/>
          </a:prstGeom>
          <a:solidFill>
            <a:srgbClr val="FFFFFF"/>
          </a:solidFill>
          <a:ln>
            <a:solidFill>
              <a:srgbClr val="E6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60305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800" b="0">
                <a:solidFill>
                  <a:srgbClr val="5F5F69"/>
                </a:solidFill>
                <a:latin typeface="Arial"/>
              </a:rPr>
              <a:t>Yang Xu Personal Digital Story - iSuperviz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5F5F6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